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168000b6a4853" /><Relationship Type="http://schemas.openxmlformats.org/officeDocument/2006/relationships/extended-properties" Target="/docProps/app.xml" Id="Ra0ca0eb2948d403d" /><Relationship Type="http://schemas.openxmlformats.org/officeDocument/2006/relationships/officeDocument" Target="/ppt/presentation.xml" Id="Ra801d333cd9f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6635d0f1f41c2"/>
  </p:sldMasterIdLst>
  <p:notesMasterIdLst>
    <p:notesMasterId xmlns:r="http://schemas.openxmlformats.org/officeDocument/2006/relationships" r:id="R7731b6e5985e4996"/>
  </p:notesMasterIdLst>
  <p:sldIdLst>
    <p:sldId xmlns:r="http://schemas.openxmlformats.org/officeDocument/2006/relationships" id="256" r:id="Rf6124bcd2f904f90"/>
    <p:sldId xmlns:r="http://schemas.openxmlformats.org/officeDocument/2006/relationships" id="257" r:id="Rdd243e1f13184702"/>
    <p:sldId xmlns:r="http://schemas.openxmlformats.org/officeDocument/2006/relationships" id="258" r:id="Rdcd975e99a64443d"/>
    <p:sldId xmlns:r="http://schemas.openxmlformats.org/officeDocument/2006/relationships" id="259" r:id="R290535b12b86459d"/>
    <p:sldId xmlns:r="http://schemas.openxmlformats.org/officeDocument/2006/relationships" id="260" r:id="Rbc429e344d2b480c"/>
    <p:sldId xmlns:r="http://schemas.openxmlformats.org/officeDocument/2006/relationships" id="261" r:id="R441e5ca68a8344b8"/>
    <p:sldId xmlns:r="http://schemas.openxmlformats.org/officeDocument/2006/relationships" id="262" r:id="Rcc25c2b2ca6b4815"/>
    <p:sldId xmlns:r="http://schemas.openxmlformats.org/officeDocument/2006/relationships" id="263" r:id="R81f3d5dda1e34a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82a1fdc444363" /><Relationship Type="http://schemas.openxmlformats.org/officeDocument/2006/relationships/slideMaster" Target="/ppt/slideMasters/slideMaster1.xml" Id="R6e06635d0f1f41c2" /><Relationship Type="http://schemas.openxmlformats.org/officeDocument/2006/relationships/notesMaster" Target="/ppt/notesMasters/notesMaster1.xml" Id="R7731b6e5985e4996" /><Relationship Type="http://schemas.openxmlformats.org/officeDocument/2006/relationships/presProps" Target="/ppt/presProps.xml" Id="R280423ba51544adc" /><Relationship Type="http://schemas.openxmlformats.org/officeDocument/2006/relationships/tableStyles" Target="/ppt/tableStyles.xml" Id="R35753ee8cb2846e3" /><Relationship Type="http://schemas.openxmlformats.org/officeDocument/2006/relationships/slide" Target="/ppt/slides/slide1.xml" Id="Rf6124bcd2f904f90" /><Relationship Type="http://schemas.openxmlformats.org/officeDocument/2006/relationships/slide" Target="/ppt/slides/slide2.xml" Id="Rdd243e1f13184702" /><Relationship Type="http://schemas.openxmlformats.org/officeDocument/2006/relationships/slide" Target="/ppt/slides/slide3.xml" Id="Rdcd975e99a64443d" /><Relationship Type="http://schemas.openxmlformats.org/officeDocument/2006/relationships/slide" Target="/ppt/slides/slide4.xml" Id="R290535b12b86459d" /><Relationship Type="http://schemas.openxmlformats.org/officeDocument/2006/relationships/slide" Target="/ppt/slides/slide5.xml" Id="Rbc429e344d2b480c" /><Relationship Type="http://schemas.openxmlformats.org/officeDocument/2006/relationships/slide" Target="/ppt/slides/slide6.xml" Id="R441e5ca68a8344b8" /><Relationship Type="http://schemas.openxmlformats.org/officeDocument/2006/relationships/slide" Target="/ppt/slides/slide7.xml" Id="Rcc25c2b2ca6b4815" /><Relationship Type="http://schemas.openxmlformats.org/officeDocument/2006/relationships/slide" Target="/ppt/slides/slide8.xml" Id="R81f3d5dda1e3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8cd979fd0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c186b63024128" /><Relationship Type="http://schemas.openxmlformats.org/officeDocument/2006/relationships/notesMaster" Target="/ppt/notesMasters/notesMaster1.xml" Id="R789258b25704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76e7eb27f44e7" /><Relationship Type="http://schemas.openxmlformats.org/officeDocument/2006/relationships/notesMaster" Target="/ppt/notesMasters/notesMaster1.xml" Id="Rd4ee3716f35141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bee945b60d41c9" /><Relationship Type="http://schemas.openxmlformats.org/officeDocument/2006/relationships/notesMaster" Target="/ppt/notesMasters/notesMaster1.xml" Id="R607f3c6c34aa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684a476b44cbe" /><Relationship Type="http://schemas.openxmlformats.org/officeDocument/2006/relationships/notesMaster" Target="/ppt/notesMasters/notesMaster1.xml" Id="Rb3cff84f8c9e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0835ee7686495c" /><Relationship Type="http://schemas.openxmlformats.org/officeDocument/2006/relationships/notesMaster" Target="/ppt/notesMasters/notesMaster1.xml" Id="R8d81a23b0c36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9cf022406149fb" /><Relationship Type="http://schemas.openxmlformats.org/officeDocument/2006/relationships/notesMaster" Target="/ppt/notesMasters/notesMaster1.xml" Id="R6a6072dcc2c5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9595c45a0424c" /><Relationship Type="http://schemas.openxmlformats.org/officeDocument/2006/relationships/notesMaster" Target="/ppt/notesMasters/notesMaster1.xml" Id="Rc5e5559ba72e40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9fdb99de174857" /><Relationship Type="http://schemas.openxmlformats.org/officeDocument/2006/relationships/notesMaster" Target="/ppt/notesMasters/notesMaster1.xml" Id="Ref9f95bcca51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README.md and flask_app/app.py.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flask_app/templates/index.html. Screenshot uses synthetic data from tests/preview_ui.py.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flask_app/app.py analyze_and_match(), agents/cv_analyzer.py, utils/embedding_service.py, agents/match_scorer.py.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flask_app/app.py, flask_app/database/db.py, flask_app/utils/llm_service.py, flask_app/static/js/main.js.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flask_app/agents/* and flask_app/database/initial_data/llm_roles.csv. Six configured LLM roles in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flask_app/agents/chat_orchestrator.py and flask_app/app.py process_chat_message(). Buttons use explicit action and job_id.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tests/test_backend.py, tests/test_startup.py, flask_app/app.py and README.md. 31 tests passed on 22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preview with synthetic data, tests/preview_ui.py. For a live demo use python run.py and a sample text-based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58b2041f549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a042ec34349b5" /><Relationship Type="http://schemas.openxmlformats.org/officeDocument/2006/relationships/slideLayout" Target="/ppt/slideLayouts/slideLayout1.xml" Id="Rcafe9e5fad92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e9e5fad92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93e04dfb14f48" /><Relationship Type="http://schemas.openxmlformats.org/officeDocument/2006/relationships/notesSlide" Target="/ppt/notesSlides/notesSlide1.xml" Id="Rfe73324b297f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7311fa9784af0" /><Relationship Type="http://schemas.openxmlformats.org/officeDocument/2006/relationships/image" Target="/ppt/media/image.jpeg" Id="R295507ca23fd4720" /><Relationship Type="http://schemas.openxmlformats.org/officeDocument/2006/relationships/notesSlide" Target="/ppt/notesSlides/notesSlide2.xml" Id="R7c02fdd1c36e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f90db05934f4f" /><Relationship Type="http://schemas.openxmlformats.org/officeDocument/2006/relationships/notesSlide" Target="/ppt/notesSlides/notesSlide3.xml" Id="R5f449e9d35ce46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ab9b3d6c49ca" /><Relationship Type="http://schemas.openxmlformats.org/officeDocument/2006/relationships/notesSlide" Target="/ppt/notesSlides/notesSlide4.xml" Id="R9d002c1b164145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e42da0074470b" /><Relationship Type="http://schemas.openxmlformats.org/officeDocument/2006/relationships/notesSlide" Target="/ppt/notesSlides/notesSlide5.xml" Id="R75c9d9cc560f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ca85aff6d470e" /><Relationship Type="http://schemas.openxmlformats.org/officeDocument/2006/relationships/notesSlide" Target="/ppt/notesSlides/notesSlide6.xml" Id="R389a11d6ebb642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1fab692744cbd" /><Relationship Type="http://schemas.openxmlformats.org/officeDocument/2006/relationships/notesSlide" Target="/ppt/notesSlides/notesSlide7.xml" Id="R5972f618083a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a8ef249634b7b" /><Relationship Type="http://schemas.openxmlformats.org/officeDocument/2006/relationships/image" Target="/ppt/media/image2.jpeg" Id="Rc750a66529304171" /><Relationship Type="http://schemas.openxmlformats.org/officeDocument/2006/relationships/notesSlide" Target="/ppt/notesSlides/notesSlide8.xml" Id="R04bd308330d347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9241D-2462-4D3E-8E62-D244B51B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AI Opportunity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61EEF-67C3-4AD9-B74C-B173EBC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B5BD6"/>
                </a:solidFill>
                <a:latin typeface="Arial"/>
                <a:ea typeface="Arial"/>
                <a:cs typeface="Arial"/>
              </a:rPr>
              <a:t>A simple AI agent project for job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5527-9C54-409D-B443-DBE48B19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Final project  |  AI Agents course</a:t>
            </a:r>
          </a:p>
        </p:txBody>
      </p:sp>
    </p:spTree>
    <p:extLst>
      <p:ext uri="{BB962C8B-B14F-4D97-AF65-F5344CB8AC3E}">
        <p14:creationId xmlns:p14="http://schemas.microsoft.com/office/powerpoint/2010/main" val="1390213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E5AC8-D5EF-418A-98F8-3B0BA8E0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What the app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4AD05-DAE6-4874-BCFD-9C243F8B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Upload a PDF 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2CAEB-F9D3-4F90-96DD-0E91CAE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See jobs matched to your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4F137-B6BD-43F2-BADD-20867372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Understand strengths and missing 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B0269-785F-4D11-ACDA-1F6F6E9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Ask for help in the chat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507ca23fd4720"/>
          <a:stretch xmlns:a="http://schemas.openxmlformats.org/drawingml/2006/main"/>
        </p:blipFill>
        <p:spPr>
          <a:xfrm xmlns:a="http://schemas.openxmlformats.org/drawingml/2006/main">
            <a:off x="5381625" y="1662828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E6B7-07CC-41AC-BD39-F2AB381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34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Screenshot: local demo</a:t>
            </a:r>
          </a:p>
        </p:txBody>
      </p:sp>
    </p:spTree>
    <p:extLst>
      <p:ext uri="{BB962C8B-B14F-4D97-AF65-F5344CB8AC3E}">
        <p14:creationId xmlns:p14="http://schemas.microsoft.com/office/powerpoint/2010/main" val="1233874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5292A-F225-4EA5-89FA-0DDE65E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D6853-4954-48ED-8BA8-ADE9EA17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1   User uploads a PDF 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5C3DD-47E8-4145-B56F-2FA2DCE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2   CV Analysis Expert extracts skills and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0CDC-791A-4CFF-8CB8-1ABCEF9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432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3   Embeddings find similar jobs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DA2BA-9AF6-4F54-B932-533D5832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4   Match Scoring Expert evaluates each shortlisted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484E-C659-4CC1-AD2E-12C4EBC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053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5   Results and analysis status appear on the 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93EDD-596F-479F-8BED-8A4BE909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6   The user asks the chat about a selected job</a:t>
            </a:r>
          </a:p>
        </p:txBody>
      </p:sp>
    </p:spTree>
    <p:extLst>
      <p:ext uri="{BB962C8B-B14F-4D97-AF65-F5344CB8AC3E}">
        <p14:creationId xmlns:p14="http://schemas.microsoft.com/office/powerpoint/2010/main" val="469404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94A9A-398A-4A48-8B8C-3A52958D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2193-F187-459F-BC27-E35FE85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Flask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BF383-3B85-42C8-8216-EB571B22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Handles upload, results, and access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732D-6A32-41C7-8E91-A02B816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8A03D-519C-4954-B420-D49A544C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Stores profiles, jobs, matches, and chat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7A25B-D036-481A-BDB9-FA4F747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Socket.IO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92815-8DAD-41CB-A16B-D4574601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Sends progress updates and chat 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039C8-127F-4527-96E7-459C989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5A43D-7EC3-4535-9686-1CBA99C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48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Runs the shared LLM with a different prompt for each agent</a:t>
            </a:r>
          </a:p>
        </p:txBody>
      </p:sp>
    </p:spTree>
    <p:extLst>
      <p:ext uri="{BB962C8B-B14F-4D97-AF65-F5344CB8AC3E}">
        <p14:creationId xmlns:p14="http://schemas.microsoft.com/office/powerpoint/2010/main" val="1258353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E8EC7-112D-418D-8DDB-F867E535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Agent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129B3-6EED-483F-B9F0-15261A1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During CV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C16F-CA7C-4B40-B3A5-329B185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CV Analysis Expert</a:t>
            </a:r>
          </a:p>
          <a:p xmlns:a="http://schemas.openxmlformats.org/drawingml/2006/main">
            <a:pPr>
              <a:defRPr sz="22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Match Scoring Expert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0B948-BA16-42AC-BADB-AE0523B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In the 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8A57D-8D4B-487D-9FAD-E3E858D5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3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Chat Orchestrator</a:t>
            </a:r>
          </a:p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Chat Query Expert</a:t>
            </a:r>
          </a:p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CV Improvement Expert</a:t>
            </a:r>
          </a:p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Cover Letter Generator Expert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6C4EB-B96F-426F-B71C-C312461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One LLM, with a focused prompt for each role.</a:t>
            </a:r>
          </a:p>
        </p:txBody>
      </p:sp>
    </p:spTree>
    <p:extLst>
      <p:ext uri="{BB962C8B-B14F-4D97-AF65-F5344CB8AC3E}">
        <p14:creationId xmlns:p14="http://schemas.microsoft.com/office/powerpoint/2010/main" val="1215542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7BADB-8134-4AD6-8462-100AE3E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How chat routing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51A46-B615-47A4-9C04-DAFF2BC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Free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CBAA6-780B-4DFD-860C-BB31753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Orchestrator chooses one expert.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E57E5-9DB2-4A20-B3F3-094366C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“Why does this job fit me?”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E5FB0-1CB7-436C-B6FB-4A5A6AC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45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451"/>
                </a:solidFill>
                <a:latin typeface="Arial"/>
                <a:ea typeface="Arial"/>
                <a:cs typeface="Arial"/>
              </a:rPr>
              <a:t>Chat Query Expert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8F0E2-9158-46CF-9578-A7C685A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“How can I improve my CV?”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42957-C2F8-4E01-B48D-21A1048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45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451"/>
                </a:solidFill>
                <a:latin typeface="Arial"/>
                <a:ea typeface="Arial"/>
                <a:cs typeface="Arial"/>
              </a:rPr>
              <a:t>CV Improvement Expert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7F214-D41E-4536-8074-CEFD552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“Write a cover letter.”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4C6BB-2CB3-43DB-83D1-E5461D5A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74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7451"/>
                </a:solidFill>
                <a:latin typeface="Arial"/>
                <a:ea typeface="Arial"/>
                <a:cs typeface="Arial"/>
              </a:rPr>
              <a:t>Cover Letter Generator Expert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92D2D-AB73-4F8B-AD0A-72A6622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Job buttons pass a checked job_id directly to the correct expert.</a:t>
            </a:r>
          </a:p>
        </p:txBody>
      </p:sp>
    </p:spTree>
    <p:extLst>
      <p:ext uri="{BB962C8B-B14F-4D97-AF65-F5344CB8AC3E}">
        <p14:creationId xmlns:p14="http://schemas.microsoft.com/office/powerpoint/2010/main" val="389859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12B70-CB99-43FE-80DC-499B9BDD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Reliability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0396C-1F0F-4420-A57A-F61A8B2D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What I 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E089-C64E-4715-A4E5-A3F7301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000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31 automated tests</a:t>
            </a:r>
          </a:p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Profile access and job ownership</a:t>
            </a:r>
          </a:p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Partial analysis and service failure</a:t>
            </a:r>
          </a:p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Chat routing and saved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4C95-FDB1-4F92-B069-8F41215D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Known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5022-9767-423C-99D5-5881AFCE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5000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text-based PDF works best</a:t>
            </a:r>
          </a:p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model API key is required</a:t>
            </a:r>
          </a:p>
          <a:p xmlns:a="http://schemas.openxmlformats.org/drawingml/2006/main">
            <a:pPr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Scores help comparison; they are not hiring probabilities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9BD50-7999-496F-A0B6-F893217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The assistant suggests CV edits. It does not change the saved CV.</a:t>
            </a:r>
          </a:p>
        </p:txBody>
      </p:sp>
    </p:spTree>
    <p:extLst>
      <p:ext uri="{BB962C8B-B14F-4D97-AF65-F5344CB8AC3E}">
        <p14:creationId xmlns:p14="http://schemas.microsoft.com/office/powerpoint/2010/main" val="2069745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EFC9A-11F3-492F-9C25-AE038BC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C9AFB-D70E-4224-8C62-57C5612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1   Upload a sample 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BBF31-8890-459C-89F9-89563C4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2   Review the matched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DD0FF-8A80-49D4-919E-6C7C6D9F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3   Select one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B044A-84B6-4225-B768-A6BEEAB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4   Ask the chat to improve the CV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0a66529304171"/>
          <a:stretch xmlns:a="http://schemas.openxmlformats.org/drawingml/2006/main"/>
        </p:blipFill>
        <p:spPr>
          <a:xfrm xmlns:a="http://schemas.openxmlformats.org/drawingml/2006/main">
            <a:off x="5143500" y="1595814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3DC69-4579-4DB3-AFC3-02CDA1E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530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174"/>
                </a:solidFill>
                <a:latin typeface="Arial"/>
                <a:ea typeface="Arial"/>
                <a:cs typeface="Arial"/>
              </a:rPr>
              <a:t>Screenshot: synthetic demo data</a:t>
            </a:r>
          </a:p>
        </p:txBody>
      </p:sp>
    </p:spTree>
    <p:extLst>
      <p:ext uri="{BB962C8B-B14F-4D97-AF65-F5344CB8AC3E}">
        <p14:creationId xmlns:p14="http://schemas.microsoft.com/office/powerpoint/2010/main" val="1212711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2026-09-22T09:57:58.7060000Z</dcterms:created>
  <dcterms:modified xsi:type="dcterms:W3CDTF">2026-09-22T09:57:58.7060000Z</dcterms:modified>
</coreProperties>
</file>